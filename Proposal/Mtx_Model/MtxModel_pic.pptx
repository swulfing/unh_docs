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A943-ED34-43EF-BF95-D118928BC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2F3A5-E209-4EEF-8453-A6A1A7B22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5C070-5750-424E-B515-53B2622EC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7071-2B37-4670-86EE-6AF64B685DDB}" type="datetimeFigureOut">
              <a:rPr lang="en-US" smtClean="0"/>
              <a:t>2022-03-22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08DD5-BA7B-498F-A0E9-14F38908C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10563-7C81-4F54-BAEA-CB20CC9C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FD7B-0F7D-4025-A71A-8D65AA933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04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7D1B3-A303-406D-9823-3853A9E3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6D5D6-BCFE-44A1-987C-1F36F1F14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C03F2-1904-4D03-86C9-2754EF186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7071-2B37-4670-86EE-6AF64B685DDB}" type="datetimeFigureOut">
              <a:rPr lang="en-US" smtClean="0"/>
              <a:t>2022-03-22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E48D9-F622-471B-B872-D8566BB4D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2B9B1-B197-4C0A-8CB9-E2CA4E26F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FD7B-0F7D-4025-A71A-8D65AA933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7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7173-345D-42A7-83B9-B3FE95DAB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7C421-2AD2-49B4-8A1C-401D1ADBA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72ED2-845C-4307-B024-4DBFCC7D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7071-2B37-4670-86EE-6AF64B685DDB}" type="datetimeFigureOut">
              <a:rPr lang="en-US" smtClean="0"/>
              <a:t>2022-03-22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79489-537D-4CD9-ACF3-7CAE8F5F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674F2-6259-4625-9591-A5523F98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FD7B-0F7D-4025-A71A-8D65AA933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06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42FD3-2184-495D-9C9F-CF0E64BB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31074-FAD0-4C88-BF72-A53C28359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B41ED-6227-4EB2-8997-C0D51C8B5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12844-DE35-4BDD-880F-81E36B8D7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7071-2B37-4670-86EE-6AF64B685DDB}" type="datetimeFigureOut">
              <a:rPr lang="en-US" smtClean="0"/>
              <a:t>2022-03-22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B6CB8-0F5C-4D7E-9D60-C28D5EA6A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3D690-9DBC-48EA-9DCA-287793DFA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FD7B-0F7D-4025-A71A-8D65AA933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30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240C-C643-4BE2-BE26-A2C866047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91E16-FC0E-442E-8B18-E8C9FCACF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5BF11-A4A4-4D1E-87F7-61DF2DFAB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686AE5-51A6-46C4-9BAB-3AD95126C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C7FDC-AF59-439C-AB31-7E93A8B2C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968D24-15CD-4A50-AC47-948466013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7071-2B37-4670-86EE-6AF64B685DDB}" type="datetimeFigureOut">
              <a:rPr lang="en-US" smtClean="0"/>
              <a:t>2022-03-22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AA8307-A79E-4817-947C-C3CF05DD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0B196A-D5A5-4903-8F79-9F719FFDB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FD7B-0F7D-4025-A71A-8D65AA933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45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CD9C-F5D9-4076-94BC-4AC1069B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D7B8EC-667F-4364-A97A-92E1B1706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7071-2B37-4670-86EE-6AF64B685DDB}" type="datetimeFigureOut">
              <a:rPr lang="en-US" smtClean="0"/>
              <a:t>2022-03-22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93F51-55DC-4B2C-9CFC-F48DD906F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5C00F-9030-4726-9939-9381AEED8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FD7B-0F7D-4025-A71A-8D65AA933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99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E1E059-73F2-422A-A698-3361A921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7071-2B37-4670-86EE-6AF64B685DDB}" type="datetimeFigureOut">
              <a:rPr lang="en-US" smtClean="0"/>
              <a:t>2022-03-22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7502FA-32AE-4BC3-A523-D73E2D1E8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9FBA0-2CD8-471E-84A7-395070FD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FD7B-0F7D-4025-A71A-8D65AA933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59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2B25-DE49-4873-9828-4C12BB48D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6E7F5-C4C6-4670-8056-339274B3A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4B090-87F8-4B91-84CF-AA458E9C5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BCFE5-EA96-419E-B8B8-CEC21F3D5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7071-2B37-4670-86EE-6AF64B685DDB}" type="datetimeFigureOut">
              <a:rPr lang="en-US" smtClean="0"/>
              <a:t>2022-03-22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44FE9-1492-4624-898E-89669EDA7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0731A-F9FC-450A-8E05-5749F76E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FD7B-0F7D-4025-A71A-8D65AA933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2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B04DD-BAB2-42F9-8932-1A7BB76C1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3A817-AE4A-4BE6-B7C6-E084F87331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7579D-F992-40B3-8F56-5B79C76F0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006A8-5F92-4EF2-A66F-856C9FAB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7071-2B37-4670-86EE-6AF64B685DDB}" type="datetimeFigureOut">
              <a:rPr lang="en-US" smtClean="0"/>
              <a:t>2022-03-22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F91A5-E0F7-4D32-85A6-1933F15C0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21AFB-556B-4CD6-AC78-A94C3476E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FD7B-0F7D-4025-A71A-8D65AA933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75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95A16-7E74-40CC-B2A8-B89087FA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35036-4E7A-40C0-9A72-22C6072BF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AE6C0-FF33-4034-A0E2-DB7155D87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7071-2B37-4670-86EE-6AF64B685DDB}" type="datetimeFigureOut">
              <a:rPr lang="en-US" smtClean="0"/>
              <a:t>2022-03-22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6CA9E-9632-411B-A207-FD36FA635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24E5-60A6-4281-ACEB-08C1DF9A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FD7B-0F7D-4025-A71A-8D65AA933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3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BBD0F0-6FCA-442F-BAC6-6E350BDCBA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4C9F6-D606-4D60-A00A-B460B9C8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FAD5E-6A3C-47E3-AF18-2D6465305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7071-2B37-4670-86EE-6AF64B685DDB}" type="datetimeFigureOut">
              <a:rPr lang="en-US" smtClean="0"/>
              <a:t>2022-03-22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CB13C-D346-4F86-9835-E14A4CFB4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5814D-4A4E-47DC-B9F2-9245F4027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FD7B-0F7D-4025-A71A-8D65AA933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252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94DF7-7A19-482A-84F2-8F97BED6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B9177-ABC0-44C7-B69E-1DA6ABC47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1EEB6-4DE3-4E6E-811A-9633A0F7A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27071-2B37-4670-86EE-6AF64B685DDB}" type="datetimeFigureOut">
              <a:rPr lang="en-US" smtClean="0"/>
              <a:t>2022-03-22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E6445-DB66-423B-B536-A96DB273D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CC967-33F1-49D0-8A37-559F7ECBA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4CFD7B-0F7D-4025-A71A-8D65AA933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1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03804A-2FF2-4F51-829F-065A82653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587" y="3876805"/>
            <a:ext cx="6548752" cy="25338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B9E101-74F2-472E-AD10-672A0E867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49" y="3795324"/>
            <a:ext cx="4692891" cy="2762392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C91264B0-71EB-4156-9B70-56614F7EAA49}"/>
              </a:ext>
            </a:extLst>
          </p:cNvPr>
          <p:cNvGrpSpPr/>
          <p:nvPr/>
        </p:nvGrpSpPr>
        <p:grpSpPr>
          <a:xfrm>
            <a:off x="2847340" y="300284"/>
            <a:ext cx="6497320" cy="2916036"/>
            <a:chOff x="2118360" y="436738"/>
            <a:chExt cx="6497320" cy="2916036"/>
          </a:xfrm>
        </p:grpSpPr>
        <p:pic>
          <p:nvPicPr>
            <p:cNvPr id="55" name="Picture 2" descr="Circular Arrow Pointing To Right - Circle Arrow Png, Transparent Png -  kindpng">
              <a:extLst>
                <a:ext uri="{FF2B5EF4-FFF2-40B4-BE49-F238E27FC236}">
                  <a16:creationId xmlns:a16="http://schemas.microsoft.com/office/drawing/2014/main" id="{B48CEC33-E65B-4496-87D1-4A3CF21576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138782">
              <a:off x="4200930" y="2425238"/>
              <a:ext cx="519848" cy="6014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2" descr="Circular Arrow Pointing To Right - Circle Arrow Png, Transparent Png -  kindpng">
              <a:extLst>
                <a:ext uri="{FF2B5EF4-FFF2-40B4-BE49-F238E27FC236}">
                  <a16:creationId xmlns:a16="http://schemas.microsoft.com/office/drawing/2014/main" id="{645474FD-F2C2-4F3A-AA47-C3DD543179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138782">
              <a:off x="6073485" y="2420505"/>
              <a:ext cx="519848" cy="6014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2" descr="Circular Arrow Pointing To Right - Circle Arrow Png, Transparent Png -  kindpng">
              <a:extLst>
                <a:ext uri="{FF2B5EF4-FFF2-40B4-BE49-F238E27FC236}">
                  <a16:creationId xmlns:a16="http://schemas.microsoft.com/office/drawing/2014/main" id="{6EDA891F-C493-4B9A-8D71-010ED7F294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138782">
              <a:off x="7923799" y="2427274"/>
              <a:ext cx="519848" cy="6014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Circular Arrow Pointing To Right - Circle Arrow Png, Transparent Png -  kindpng">
              <a:extLst>
                <a:ext uri="{FF2B5EF4-FFF2-40B4-BE49-F238E27FC236}">
                  <a16:creationId xmlns:a16="http://schemas.microsoft.com/office/drawing/2014/main" id="{5138B983-9BBF-49F7-A0CC-7083EB6DC1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138782">
              <a:off x="2388371" y="2427272"/>
              <a:ext cx="519848" cy="6014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3259B82-9236-4045-ADFC-C7E7C8AD5994}"/>
                </a:ext>
              </a:extLst>
            </p:cNvPr>
            <p:cNvSpPr/>
            <p:nvPr/>
          </p:nvSpPr>
          <p:spPr>
            <a:xfrm>
              <a:off x="2118360" y="1493520"/>
              <a:ext cx="1026160" cy="10058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C7FEAC6-B175-4D50-AB4B-5A64A519E98C}"/>
                </a:ext>
              </a:extLst>
            </p:cNvPr>
            <p:cNvSpPr/>
            <p:nvPr/>
          </p:nvSpPr>
          <p:spPr>
            <a:xfrm>
              <a:off x="7589520" y="1493520"/>
              <a:ext cx="1026160" cy="10058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B1309E6-A5BA-4E38-BC2A-6FE83D9F5839}"/>
                </a:ext>
              </a:extLst>
            </p:cNvPr>
            <p:cNvSpPr/>
            <p:nvPr/>
          </p:nvSpPr>
          <p:spPr>
            <a:xfrm>
              <a:off x="5765800" y="1493520"/>
              <a:ext cx="1026160" cy="10058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CA36F55-A31E-4021-82C9-C4443945FB98}"/>
                </a:ext>
              </a:extLst>
            </p:cNvPr>
            <p:cNvSpPr/>
            <p:nvPr/>
          </p:nvSpPr>
          <p:spPr>
            <a:xfrm>
              <a:off x="3942080" y="1493520"/>
              <a:ext cx="1026160" cy="10058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C432ADD-0593-4B10-BD3B-8DCDE37E0045}"/>
                </a:ext>
              </a:extLst>
            </p:cNvPr>
            <p:cNvSpPr txBox="1"/>
            <p:nvPr/>
          </p:nvSpPr>
          <p:spPr>
            <a:xfrm>
              <a:off x="2196097" y="1573963"/>
              <a:ext cx="8706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EFB26C-F6C9-4180-BA6F-B506A3D4D861}"/>
                </a:ext>
              </a:extLst>
            </p:cNvPr>
            <p:cNvSpPr txBox="1"/>
            <p:nvPr/>
          </p:nvSpPr>
          <p:spPr>
            <a:xfrm>
              <a:off x="4019817" y="1573964"/>
              <a:ext cx="8706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4CEF906-B1CB-41FB-843C-D7D80C3C44E8}"/>
                </a:ext>
              </a:extLst>
            </p:cNvPr>
            <p:cNvSpPr txBox="1"/>
            <p:nvPr/>
          </p:nvSpPr>
          <p:spPr>
            <a:xfrm>
              <a:off x="5843537" y="1573965"/>
              <a:ext cx="8706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C881C1A-3044-4B15-B43E-0672BAEEF761}"/>
                </a:ext>
              </a:extLst>
            </p:cNvPr>
            <p:cNvSpPr txBox="1"/>
            <p:nvPr/>
          </p:nvSpPr>
          <p:spPr>
            <a:xfrm>
              <a:off x="7667257" y="1573966"/>
              <a:ext cx="8706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4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EF0180B-A82F-4078-9BEA-DC2B76859C5C}"/>
                </a:ext>
              </a:extLst>
            </p:cNvPr>
            <p:cNvCxnSpPr>
              <a:stCxn id="13" idx="6"/>
              <a:endCxn id="22" idx="2"/>
            </p:cNvCxnSpPr>
            <p:nvPr/>
          </p:nvCxnSpPr>
          <p:spPr>
            <a:xfrm>
              <a:off x="3144520" y="1996440"/>
              <a:ext cx="797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7B00FC2-4CE4-454B-A855-BC8948BEC7E9}"/>
                </a:ext>
              </a:extLst>
            </p:cNvPr>
            <p:cNvCxnSpPr/>
            <p:nvPr/>
          </p:nvCxnSpPr>
          <p:spPr>
            <a:xfrm>
              <a:off x="4968240" y="1989461"/>
              <a:ext cx="797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8C1D804-BA98-43E4-B211-CC440B69D162}"/>
                </a:ext>
              </a:extLst>
            </p:cNvPr>
            <p:cNvCxnSpPr/>
            <p:nvPr/>
          </p:nvCxnSpPr>
          <p:spPr>
            <a:xfrm>
              <a:off x="6791960" y="1974221"/>
              <a:ext cx="797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9D25E78-9846-44B1-A1AE-3D69772EEE5F}"/>
                </a:ext>
              </a:extLst>
            </p:cNvPr>
            <p:cNvSpPr txBox="1"/>
            <p:nvPr/>
          </p:nvSpPr>
          <p:spPr>
            <a:xfrm>
              <a:off x="3222257" y="1534775"/>
              <a:ext cx="5100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7E3688-89DD-4245-8E9A-68FB00CD6A37}"/>
                </a:ext>
              </a:extLst>
            </p:cNvPr>
            <p:cNvSpPr txBox="1"/>
            <p:nvPr/>
          </p:nvSpPr>
          <p:spPr>
            <a:xfrm>
              <a:off x="5111982" y="1534774"/>
              <a:ext cx="5100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6453423-39A1-4E68-852F-BE830D3C8C92}"/>
                </a:ext>
              </a:extLst>
            </p:cNvPr>
            <p:cNvSpPr txBox="1"/>
            <p:nvPr/>
          </p:nvSpPr>
          <p:spPr>
            <a:xfrm>
              <a:off x="6869697" y="1534775"/>
              <a:ext cx="5100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6" name="Connector: Curved 35">
              <a:extLst>
                <a:ext uri="{FF2B5EF4-FFF2-40B4-BE49-F238E27FC236}">
                  <a16:creationId xmlns:a16="http://schemas.microsoft.com/office/drawing/2014/main" id="{B3A40405-395D-4151-BDBF-4DFEBDC0BA3F}"/>
                </a:ext>
              </a:extLst>
            </p:cNvPr>
            <p:cNvCxnSpPr>
              <a:stCxn id="19" idx="0"/>
              <a:endCxn id="13" idx="0"/>
            </p:cNvCxnSpPr>
            <p:nvPr/>
          </p:nvCxnSpPr>
          <p:spPr>
            <a:xfrm rot="16200000" flipV="1">
              <a:off x="5367020" y="-1242060"/>
              <a:ext cx="12700" cy="5471160"/>
            </a:xfrm>
            <a:prstGeom prst="curvedConnector3">
              <a:avLst>
                <a:gd name="adj1" fmla="val 484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B0A0010-D179-4CF6-9826-A12E14006AB1}"/>
                </a:ext>
              </a:extLst>
            </p:cNvPr>
            <p:cNvSpPr txBox="1"/>
            <p:nvPr/>
          </p:nvSpPr>
          <p:spPr>
            <a:xfrm>
              <a:off x="5059559" y="436738"/>
              <a:ext cx="458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5623CB4-0A6E-4205-9944-95A55047C7A5}"/>
                </a:ext>
              </a:extLst>
            </p:cNvPr>
            <p:cNvSpPr txBox="1"/>
            <p:nvPr/>
          </p:nvSpPr>
          <p:spPr>
            <a:xfrm>
              <a:off x="2417556" y="2875539"/>
              <a:ext cx="5100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C5C3551-DA6C-41DD-BD05-F0F436A02D61}"/>
                </a:ext>
              </a:extLst>
            </p:cNvPr>
            <p:cNvSpPr txBox="1"/>
            <p:nvPr/>
          </p:nvSpPr>
          <p:spPr>
            <a:xfrm>
              <a:off x="4220663" y="2870806"/>
              <a:ext cx="5100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C79740A-CCBF-4E55-AA1A-D4F6EAE3F81F}"/>
                </a:ext>
              </a:extLst>
            </p:cNvPr>
            <p:cNvSpPr txBox="1"/>
            <p:nvPr/>
          </p:nvSpPr>
          <p:spPr>
            <a:xfrm>
              <a:off x="6078371" y="2891108"/>
              <a:ext cx="5100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13A584C-A465-48BF-82B4-C2AB08487F0E}"/>
                </a:ext>
              </a:extLst>
            </p:cNvPr>
            <p:cNvSpPr txBox="1"/>
            <p:nvPr/>
          </p:nvSpPr>
          <p:spPr>
            <a:xfrm>
              <a:off x="7928685" y="2891109"/>
              <a:ext cx="5100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2E134AE-84F4-4E88-8E8D-CC37BB63BAF5}"/>
              </a:ext>
            </a:extLst>
          </p:cNvPr>
          <p:cNvSpPr txBox="1"/>
          <p:nvPr/>
        </p:nvSpPr>
        <p:spPr>
          <a:xfrm>
            <a:off x="2032514" y="69451"/>
            <a:ext cx="64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C43BF47-A58C-49D6-9877-701D702D69DC}"/>
              </a:ext>
            </a:extLst>
          </p:cNvPr>
          <p:cNvSpPr txBox="1"/>
          <p:nvPr/>
        </p:nvSpPr>
        <p:spPr>
          <a:xfrm>
            <a:off x="5204681" y="3513691"/>
            <a:ext cx="64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26AB60A-84A4-43C5-BF48-0D8F6C2EF665}"/>
              </a:ext>
            </a:extLst>
          </p:cNvPr>
          <p:cNvSpPr txBox="1"/>
          <p:nvPr/>
        </p:nvSpPr>
        <p:spPr>
          <a:xfrm>
            <a:off x="46346" y="3513691"/>
            <a:ext cx="64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643665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22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Sophie Wulfing</dc:creator>
  <cp:lastModifiedBy>Sophie Wulfing</cp:lastModifiedBy>
  <cp:revision>2</cp:revision>
  <dcterms:created xsi:type="dcterms:W3CDTF">2022-03-15T14:37:11Z</dcterms:created>
  <dcterms:modified xsi:type="dcterms:W3CDTF">2022-03-22T17:52:28Z</dcterms:modified>
</cp:coreProperties>
</file>